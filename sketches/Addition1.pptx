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4392-4025-7DEE-889D-308A3DB3F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DA3FC-6850-AA3E-1AA7-3C589753C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CEFFE-C0D4-CF0F-38CF-44D9D3DA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7FD0-1ED2-EA95-ECE2-CB6DE0F1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5F87F-BF19-E947-6343-D13899FA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7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19815-D1E4-9593-3DA5-1A713FEA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685AE-1886-35F3-7FE3-4CB247F1B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421F-70EB-0EE6-4A84-EFC96F576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6AEF2-0EA0-D2DE-1E07-A6484761A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8F90E-140C-823D-925B-7DEB2A2B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0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547B-B952-41C5-CBF1-057530D1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8F485-5E72-0D94-BD1D-BF08A89D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782E8-69E5-1714-A4CC-A9610368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987FF-1077-3406-6A03-167EA9C4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9989-B525-9524-4101-069961A6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4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C2C4-4AFE-1473-5539-A8451609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A73C0-145C-FD49-A0E3-91B403D81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4722A-83F5-89E0-DDA9-4F1FCE65B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81850-2C43-5754-C5CC-667A8B49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62E74-D19A-7490-E7F8-FA5E31BA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6FEFE-D0A2-7E87-A94F-98C88111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1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DB78-EC96-3DA1-9FDD-3210DF2D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2CCF3-1950-9F88-2A69-CBE4D5F14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60302-CCD6-6413-7121-89DAA06B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93D66-8E45-43C2-806D-68DF8DAD0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C09C8-4051-922A-EA49-CAB6BC321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8479A-E34B-F65E-B74A-3EAFD77D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60459-C6C2-2E8C-BA06-8AF2FB2A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CDBAA-2C59-441C-389E-47122352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8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A183-63D7-B888-8335-CCDE92DF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EEE7D-1AD3-6868-C57F-5A954F2B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4403A-24F0-812A-4A23-46B0421E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214E9-F0FA-EF0D-C367-6044F603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2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48465-E35B-1CDD-A435-1B51CEAB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CEE73-CFA7-74B4-3A49-AF5C8A8E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D63D1-FC36-0777-5240-48B55F86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1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3CE3-7F1D-425B-10E1-18A53A7F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0AAF-727D-7FB3-09FF-2FA4D4F31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084BC-8C37-9F86-F94F-3FBD27F0E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4C97C-BFF2-6412-DB13-7DB8C2E0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BD6D4-F740-DA4E-6309-6C54CF07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42A1-95E0-E3E4-4151-F2C75462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6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991F-1B1D-0900-E590-81E62345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5ED5A-FADE-15A5-911E-78413F21F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8E9BA-FC14-856B-EA46-59A046486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BE56D-F609-A310-8EE5-3CC07D58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6FB36-FC3F-915A-9D65-FB0496816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A9461-3902-7459-EACB-5F753551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9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362B-A2ED-7348-8531-00C8191C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AEF60-0061-800B-7A1B-DC67765FC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32B32-0652-9DBE-A4A3-2A71BEC7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3B42D-F6B0-EE3E-B422-F13FAD90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DE5BF-F6CB-10D1-D9EC-107B090D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2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2E5F7-2745-A68E-1C67-7C70CE933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44F8D-10B3-9B32-2DE6-E8A704843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6239C-E6A9-49B8-F374-BDC8CD44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BA865-C214-CB52-FA1C-209D06A0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D2770-788D-9BEA-43E5-6F1A0BBD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4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D92A89-0C48-2083-749A-A683A1F7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6717A-D8E9-7D24-A57E-0D37A01B5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970E7-3008-77F5-1C31-5BE8FF1FE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75884-1B54-4EA0-A46F-C8022AF6713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B91A4-519D-1FAD-D191-AED8F509D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6D71C-71BA-8FAD-2742-4B3686062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D0818-25BA-4AEB-A4BF-D70542A31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2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FC4587-AAF0-AE13-86D9-4363BBC079A0}"/>
              </a:ext>
            </a:extLst>
          </p:cNvPr>
          <p:cNvSpPr txBox="1"/>
          <p:nvPr/>
        </p:nvSpPr>
        <p:spPr>
          <a:xfrm>
            <a:off x="214488" y="372533"/>
            <a:ext cx="108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floor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70E0C0-FC0A-60FC-4AB2-23B859870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150" y="0"/>
            <a:ext cx="7323273" cy="5873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B9DF76-1598-557F-F5DE-3F6822EAAD8B}"/>
              </a:ext>
            </a:extLst>
          </p:cNvPr>
          <p:cNvSpPr txBox="1"/>
          <p:nvPr/>
        </p:nvSpPr>
        <p:spPr>
          <a:xfrm>
            <a:off x="214488" y="4967111"/>
            <a:ext cx="344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South East corner of current house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7D7B9F-7452-B2C6-8A30-67B4BFA03A86}"/>
              </a:ext>
            </a:extLst>
          </p:cNvPr>
          <p:cNvCxnSpPr/>
          <p:nvPr/>
        </p:nvCxnSpPr>
        <p:spPr>
          <a:xfrm flipV="1">
            <a:off x="3285067" y="4605867"/>
            <a:ext cx="508000" cy="282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9D9750-B5EB-DD49-EEAC-134DD55E0C40}"/>
              </a:ext>
            </a:extLst>
          </p:cNvPr>
          <p:cNvSpPr txBox="1"/>
          <p:nvPr/>
        </p:nvSpPr>
        <p:spPr>
          <a:xfrm>
            <a:off x="3996267" y="6084711"/>
            <a:ext cx="133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Panama Ave</a:t>
            </a:r>
          </a:p>
        </p:txBody>
      </p:sp>
    </p:spTree>
    <p:extLst>
      <p:ext uri="{BB962C8B-B14F-4D97-AF65-F5344CB8AC3E}">
        <p14:creationId xmlns:p14="http://schemas.microsoft.com/office/powerpoint/2010/main" val="207767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1DCF89-F9D0-0ABA-1DAC-A72457E61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646" y="572558"/>
            <a:ext cx="5872378" cy="54889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3BF9B4-B922-84D1-3769-8399BDD2B62A}"/>
              </a:ext>
            </a:extLst>
          </p:cNvPr>
          <p:cNvSpPr txBox="1"/>
          <p:nvPr/>
        </p:nvSpPr>
        <p:spPr>
          <a:xfrm>
            <a:off x="451556" y="387892"/>
            <a:ext cx="140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Story</a:t>
            </a:r>
          </a:p>
        </p:txBody>
      </p:sp>
    </p:spTree>
    <p:extLst>
      <p:ext uri="{BB962C8B-B14F-4D97-AF65-F5344CB8AC3E}">
        <p14:creationId xmlns:p14="http://schemas.microsoft.com/office/powerpoint/2010/main" val="3912393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Arata</dc:creator>
  <cp:lastModifiedBy>Caleb Arata</cp:lastModifiedBy>
  <cp:revision>1</cp:revision>
  <dcterms:created xsi:type="dcterms:W3CDTF">2026-08-05T03:58:45Z</dcterms:created>
  <dcterms:modified xsi:type="dcterms:W3CDTF">2026-08-05T03:59:18Z</dcterms:modified>
</cp:coreProperties>
</file>